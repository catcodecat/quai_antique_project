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2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Quai Antique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1188720"/>
            <a:ext cx="47548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Site vitrine d'un restaurant gastronomique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4709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6E7D6"/>
                </a:solidFill>
              </a:rPr>
              <a:t>Présentation du code, des pages et des outils utilisés.</a:t>
            </a:r>
            <a:endParaRPr lang="en-US" sz="1700" dirty="0"/>
          </a:p>
        </p:txBody>
      </p:sp>
      <p:pic>
        <p:nvPicPr>
          <p:cNvPr id="5" name="Image 0" descr="C:\Users\sakra\Documents\Codex\2026-04-26\new-chat\presentation\screenshots\01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051560"/>
            <a:ext cx="59436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du projet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493776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 site clair et responsive pour le restaurant Quai Antique.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Présenter la structure HTML, les styles CSS et l'interactivité JavaScript.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Préparer un support facile à expliquer pendant l'examen.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3200400"/>
            <a:ext cx="4892040" cy="2514600"/>
          </a:xfrm>
          <a:prstGeom prst="roundRect">
            <a:avLst>
              <a:gd name="adj" fmla="val 2909"/>
            </a:avLst>
          </a:prstGeom>
          <a:solidFill>
            <a:srgbClr val="211817"/>
          </a:solidFill>
          <a:ln w="12700">
            <a:solidFill>
              <a:srgbClr val="3C2E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383280"/>
            <a:ext cx="452628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HTML5 + CSS3 + JavaScript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Accueil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Galerie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La carte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Réservation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Connexion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Inscription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 graphique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493776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maquette utilise une ambiance élégante et chaleureuse.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couleurs principales sont le brun foncé, le doré et le blanc.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boutons dorés sont réutilisés sur toutes les pages.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3200400"/>
            <a:ext cx="4892040" cy="2514600"/>
          </a:xfrm>
          <a:prstGeom prst="roundRect">
            <a:avLst>
              <a:gd name="adj" fmla="val 2909"/>
            </a:avLst>
          </a:prstGeom>
          <a:solidFill>
            <a:srgbClr val="211817"/>
          </a:solidFill>
          <a:ln w="12700">
            <a:solidFill>
              <a:srgbClr val="3C2E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383280"/>
            <a:ext cx="452628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--primary: #9b6a22;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--dark: #3c2e24;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--bg-dark: #211817;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pic>
        <p:nvPicPr>
          <p:cNvPr id="6" name="Image 0" descr="C:\Users\sakra\Documents\Codex\2026-04-26\new-chat\presentation\screenshots\01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051560"/>
            <a:ext cx="59436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et navigation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493776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header contient le nom du restaurant et le menu principal.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lien ouvre une page HTML différente.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navigation reste identique sur toutes les pages.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3200400"/>
            <a:ext cx="4892040" cy="2514600"/>
          </a:xfrm>
          <a:prstGeom prst="roundRect">
            <a:avLst>
              <a:gd name="adj" fmla="val 2909"/>
            </a:avLst>
          </a:prstGeom>
          <a:solidFill>
            <a:srgbClr val="211817"/>
          </a:solidFill>
          <a:ln w="12700">
            <a:solidFill>
              <a:srgbClr val="3C2E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383280"/>
            <a:ext cx="452628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 class="site-header"&gt;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class="brand"&gt;Quai Antique&lt;/a&gt;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&lt;nav class="main-nav"&gt;...&lt;/nav&gt;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&lt;/header&gt;</a:t>
            </a:r>
            <a:endParaRPr lang="en-US" sz="1200" dirty="0"/>
          </a:p>
        </p:txBody>
      </p:sp>
      <p:pic>
        <p:nvPicPr>
          <p:cNvPr id="6" name="Image 0" descr="C:\Users\sakra\Documents\Codex\2026-04-26\new-chat\presentation\screenshots\01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051560"/>
            <a:ext cx="59436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Accueil : hero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493776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hero est le premier bloc visible.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présente le restaurant avec une image de fond, un titre et un bouton de réservation.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L'image est nette et sauvegardée localement.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3200400"/>
            <a:ext cx="4892040" cy="2514600"/>
          </a:xfrm>
          <a:prstGeom prst="roundRect">
            <a:avLst>
              <a:gd name="adj" fmla="val 2909"/>
            </a:avLst>
          </a:prstGeom>
          <a:solidFill>
            <a:srgbClr val="211817"/>
          </a:solidFill>
          <a:ln w="12700">
            <a:solidFill>
              <a:srgbClr val="3C2E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383280"/>
            <a:ext cx="452628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 class="hero hero-home"&gt;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&lt;h1&gt;Quai Antique&lt;/h1&gt;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class="btn"&gt;Réserver&lt;/a&gt;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&lt;/section&gt;</a:t>
            </a:r>
            <a:endParaRPr lang="en-US" sz="1200" dirty="0"/>
          </a:p>
        </p:txBody>
      </p:sp>
      <p:pic>
        <p:nvPicPr>
          <p:cNvPr id="6" name="Image 0" descr="C:\Users\sakra\Documents\Codex\2026-04-26\new-chat\presentation\screenshots\01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051560"/>
            <a:ext cx="59436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de la page Accueil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493776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contenu principal est organisé avec plusieurs sections.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section utilise du texte, une image et parfois un bouton.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Grid permet d'aligner proprement le texte et l'image.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3200400"/>
            <a:ext cx="4892040" cy="2514600"/>
          </a:xfrm>
          <a:prstGeom prst="roundRect">
            <a:avLst>
              <a:gd name="adj" fmla="val 2909"/>
            </a:avLst>
          </a:prstGeom>
          <a:solidFill>
            <a:srgbClr val="211817"/>
          </a:solidFill>
          <a:ln w="12700">
            <a:solidFill>
              <a:srgbClr val="3C2E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383280"/>
            <a:ext cx="452628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&lt;section class="intro section-light"&gt;...&lt;/section&gt;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&lt;section class="fresh section-dark"&gt;...&lt;/section&gt;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&lt;/main&gt;</a:t>
            </a:r>
            <a:endParaRPr lang="en-US" sz="1200" dirty="0"/>
          </a:p>
        </p:txBody>
      </p:sp>
      <p:pic>
        <p:nvPicPr>
          <p:cNvPr id="6" name="Image 0" descr="C:\Users\sakra\Documents\Codex\2026-04-26\new-chat\presentation\screenshots\01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051560"/>
            <a:ext cx="59436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Galerie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493776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galerie présente les photos du restaurant et des plats.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images ont été remplacées par des photos de meilleure qualité.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cartes sont organisées avec une grille responsive.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3200400"/>
            <a:ext cx="4892040" cy="2514600"/>
          </a:xfrm>
          <a:prstGeom prst="roundRect">
            <a:avLst>
              <a:gd name="adj" fmla="val 2909"/>
            </a:avLst>
          </a:prstGeom>
          <a:solidFill>
            <a:srgbClr val="211817"/>
          </a:solidFill>
          <a:ln w="12700">
            <a:solidFill>
              <a:srgbClr val="3C2E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383280"/>
            <a:ext cx="452628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class="gallery-grid"&gt;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&lt;article class="gallery-card"&gt;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&lt;img src="assets/images/dish-salmon.jpg"&gt;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&lt;/article&gt;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00" dirty="0"/>
          </a:p>
        </p:txBody>
      </p:sp>
      <p:pic>
        <p:nvPicPr>
          <p:cNvPr id="6" name="Image 0" descr="C:\Users\sakra\Documents\Codex\2026-04-26\new-chat\presentation\screenshots\02-galle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051560"/>
            <a:ext cx="59436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carte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493776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page La carte contient trois catégories : Entrées, Plats et Desserts.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boutons de catégories sont actifs.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affiche uniquement la catégorie sélectionnée.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3200400"/>
            <a:ext cx="4892040" cy="2514600"/>
          </a:xfrm>
          <a:prstGeom prst="roundRect">
            <a:avLst>
              <a:gd name="adj" fmla="val 2909"/>
            </a:avLst>
          </a:prstGeom>
          <a:solidFill>
            <a:srgbClr val="211817"/>
          </a:solidFill>
          <a:ln w="12700">
            <a:solidFill>
              <a:srgbClr val="3C2E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383280"/>
            <a:ext cx="452628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tab.addEventListener("click", (event)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event.preventDefault();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showMenuPanel(tab.dataset.tab);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</p:txBody>
      </p:sp>
      <p:pic>
        <p:nvPicPr>
          <p:cNvPr id="6" name="Image 0" descr="C:\Users\sakra\Documents\Codex\2026-04-26\new-chat\presentation\screenshots\04-menu-desser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051560"/>
            <a:ext cx="59436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Réservation en ligne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493776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page réservation utilise un formulaire HTML.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L'utilisateur peut choisir une date, une heure, le nombre de personnes et ajouter ses allergies.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bouton affiche un message de confirmation.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3200400"/>
            <a:ext cx="4892040" cy="2514600"/>
          </a:xfrm>
          <a:prstGeom prst="roundRect">
            <a:avLst>
              <a:gd name="adj" fmla="val 2909"/>
            </a:avLst>
          </a:prstGeom>
          <a:solidFill>
            <a:srgbClr val="211817"/>
          </a:solidFill>
          <a:ln w="12700">
            <a:solidFill>
              <a:srgbClr val="3C2E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383280"/>
            <a:ext cx="452628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class="form-panel"&gt;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type="date"&gt;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type="time"&gt;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&lt;select&gt;...&lt;/select&gt;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200" dirty="0"/>
          </a:p>
        </p:txBody>
      </p:sp>
      <p:pic>
        <p:nvPicPr>
          <p:cNvPr id="6" name="Image 0" descr="C:\Users\sakra\Documents\Codex\2026-04-26\new-chat\presentation\screenshots\05-reserv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051560"/>
            <a:ext cx="59436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Connexion et inscription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493776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page Mon compte contient une connexion avec des champs vides.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L'e-mail et le mot de passe de test ont été supprimés.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lien Inscrivez-vous ici ouvre une page d'inscription.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3200400"/>
            <a:ext cx="4892040" cy="2514600"/>
          </a:xfrm>
          <a:prstGeom prst="roundRect">
            <a:avLst>
              <a:gd name="adj" fmla="val 2909"/>
            </a:avLst>
          </a:prstGeom>
          <a:solidFill>
            <a:srgbClr val="211817"/>
          </a:solidFill>
          <a:ln w="12700">
            <a:solidFill>
              <a:srgbClr val="3C2E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383280"/>
            <a:ext cx="452628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id="email" type="email"&gt;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id="password" type="password"&gt;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href="register.html"&gt;Inscrivez-vous ici !&lt;/a&gt;</a:t>
            </a:r>
            <a:endParaRPr lang="en-US" sz="1200" dirty="0"/>
          </a:p>
        </p:txBody>
      </p:sp>
      <p:pic>
        <p:nvPicPr>
          <p:cNvPr id="6" name="Image 0" descr="C:\Users\sakra\Documents\Codex\2026-04-26\new-chat\presentation\screenshots\06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051560"/>
            <a:ext cx="59436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 et responsive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493776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footer affiche les horaires, l'adresse et le contact.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utilise une image de fond plus nette.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règle @media adapte la mise en page aux petits écrans.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3200400"/>
            <a:ext cx="4892040" cy="2514600"/>
          </a:xfrm>
          <a:prstGeom prst="roundRect">
            <a:avLst>
              <a:gd name="adj" fmla="val 2909"/>
            </a:avLst>
          </a:prstGeom>
          <a:solidFill>
            <a:srgbClr val="211817"/>
          </a:solidFill>
          <a:ln w="12700">
            <a:solidFill>
              <a:srgbClr val="3C2E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383280"/>
            <a:ext cx="452628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760px)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.gallery-grid,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.site-footer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grid-template-columns: 1fr;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pic>
        <p:nvPicPr>
          <p:cNvPr id="6" name="Image 0" descr="C:\Users\sakra\Documents\Codex\2026-04-26\new-chat\presentation\screenshots\01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051560"/>
            <a:ext cx="59436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493776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projet respecte la structure demandée : header, body, pages, formulaires et footer.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site est consultable localement depuis index.html.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présentation montre le résultat, le code et les choix techniques.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3200400"/>
            <a:ext cx="4892040" cy="2514600"/>
          </a:xfrm>
          <a:prstGeom prst="roundRect">
            <a:avLst>
              <a:gd name="adj" fmla="val 2909"/>
            </a:avLst>
          </a:prstGeom>
          <a:solidFill>
            <a:srgbClr val="211817"/>
          </a:solidFill>
          <a:ln w="12700">
            <a:solidFill>
              <a:srgbClr val="3C2E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383280"/>
            <a:ext cx="452628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Fichiers principaux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styles.css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assets/images/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Quai Antique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Quai Antique</dc:title>
  <dc:subject>Projet Quai Antique</dc:subject>
  <dc:creator>Codex</dc:creator>
  <cp:lastModifiedBy>Codex</cp:lastModifiedBy>
  <cp:revision>1</cp:revision>
  <dcterms:created xsi:type="dcterms:W3CDTF">2026-04-26T16:31:04Z</dcterms:created>
  <dcterms:modified xsi:type="dcterms:W3CDTF">2026-04-26T16:31:04Z</dcterms:modified>
</cp:coreProperties>
</file>